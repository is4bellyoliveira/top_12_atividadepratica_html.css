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0242C"/>
                </a:solidFill>
              </a:defRPr>
            </a:pPr>
            <a:r>
              <a:t>CÓDIGO DO TOP 12 FILMES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0242C"/>
                </a:solidFill>
              </a:defRPr>
            </a:pPr>
            <a:r>
              <a:t>Apresentação simples do HTML principal, da página de um filme e do CSS dos cards.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20242C"/>
                </a:solidFill>
              </a:defRPr>
            </a:pPr>
            <a:r>
              <a:t>HTML + CSS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0">
                <a:solidFill>
                  <a:srgbClr val="20242C"/>
                </a:solidFill>
              </a:defRPr>
            </a:pPr>
            <a:r>
              <a:t>Projeto de site com ranking de 12 filmes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0242C"/>
                </a:solidFill>
              </a:defRPr>
            </a:pPr>
            <a:r>
              <a:t>1. HTML principal — index.html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0242C"/>
                </a:solidFill>
              </a:defRPr>
            </a:pPr>
            <a:r>
              <a:t>Cabeçalho, menu, seção de ranking e início dos cards.</a:t>
            </a:r>
          </a:p>
        </p:txBody>
      </p:sp>
      <p:pic>
        <p:nvPicPr>
          <p:cNvPr id="4" name="Picture 3" descr="index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689" y="1508760"/>
            <a:ext cx="697831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0242C"/>
                </a:solidFill>
              </a:defRPr>
            </a:pPr>
            <a:r>
              <a:t>2. HTML de um filme — item11.html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0242C"/>
                </a:solidFill>
              </a:defRPr>
            </a:pPr>
            <a:r>
              <a:t>Exemplo: Esposa de Mentirinha. Página com título, imagem e informações.</a:t>
            </a:r>
          </a:p>
        </p:txBody>
      </p:sp>
      <p:pic>
        <p:nvPicPr>
          <p:cNvPr id="4" name="Picture 3" descr="paginas_item11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739" y="1508760"/>
            <a:ext cx="654021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0242C"/>
                </a:solidFill>
              </a:defRPr>
            </a:pPr>
            <a:r>
              <a:t>3. CSS dos cards — estilo.css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0242C"/>
                </a:solidFill>
              </a:defRPr>
            </a:pPr>
            <a:r>
              <a:t>Grid, bordas, imagens e textos dos cards do ranking.</a:t>
            </a:r>
          </a:p>
        </p:txBody>
      </p:sp>
      <p:pic>
        <p:nvPicPr>
          <p:cNvPr id="4" name="Picture 3" descr="estilo.css - 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739" y="1508760"/>
            <a:ext cx="654021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4. Wireframe do site</a:t>
            </a:r>
          </a:p>
        </p:txBody>
      </p:sp>
      <p:pic>
        <p:nvPicPr>
          <p:cNvPr id="3" name="Picture 2" descr="wireframe_so_quadr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047" y="1097280"/>
            <a:ext cx="8991600" cy="53949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